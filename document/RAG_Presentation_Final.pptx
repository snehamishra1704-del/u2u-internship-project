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Augmented Generation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Educational Systems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solidFill>
            <a:srgbClr val="132845"/>
          </a:solidFill>
          <a:ln w="12700">
            <a:solidFill>
              <a:srgbClr val="1328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148840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240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for Educational Systems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60904"/>
            <a:ext cx="8412480" cy="457200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660904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523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7523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72968"/>
            <a:ext cx="8412480" cy="457200"/>
          </a:xfrm>
          <a:prstGeom prst="rect">
            <a:avLst/>
          </a:prstGeom>
          <a:solidFill>
            <a:srgbClr val="132845"/>
          </a:solidFill>
          <a:ln w="12700">
            <a:solidFill>
              <a:srgbClr val="1328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72968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64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26440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Google Gemini 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85032"/>
            <a:ext cx="8412480" cy="457200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85032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76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77647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97096"/>
            <a:ext cx="8412480" cy="457200"/>
          </a:xfrm>
          <a:prstGeom prst="rect">
            <a:avLst/>
          </a:prstGeom>
          <a:solidFill>
            <a:srgbClr val="132845"/>
          </a:solidFill>
          <a:ln w="12700">
            <a:solidFill>
              <a:srgbClr val="1328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97096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88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428853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u2u Program  •  Weeks 3 – 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201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Members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1600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914400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" y="9326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" y="17373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2103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47672" y="77724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777240"/>
            <a:ext cx="160020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82012" y="914400"/>
            <a:ext cx="731520" cy="7315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2012" y="9326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47672" y="17373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Saanvi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47672" y="2103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12464" y="77724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777240"/>
            <a:ext cx="1600200" cy="548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46804" y="914400"/>
            <a:ext cx="731520" cy="73152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6804" y="9326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12464" y="17373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Sailee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12464" y="2103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77256" y="77724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7256" y="777240"/>
            <a:ext cx="1600200" cy="548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1596" y="914400"/>
            <a:ext cx="731520" cy="7315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1596" y="9326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77256" y="17373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Samruddhi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77256" y="2103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42048" y="77724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777240"/>
            <a:ext cx="16002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76388" y="914400"/>
            <a:ext cx="731520" cy="7315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76388" y="93268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42048" y="17373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Kshitija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42048" y="2103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Design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278892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2788920"/>
            <a:ext cx="160020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" y="2926080"/>
            <a:ext cx="731520" cy="7315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" y="29443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82880" y="3749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Bhumi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" y="4114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47672" y="278892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47672" y="2788920"/>
            <a:ext cx="1600200" cy="5486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82012" y="2926080"/>
            <a:ext cx="731520" cy="731520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82012" y="29443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947672" y="3749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Samiksha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947672" y="4114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12464" y="278892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12464" y="2788920"/>
            <a:ext cx="1600200" cy="54864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46804" y="2926080"/>
            <a:ext cx="731520" cy="731520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46804" y="29443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3712464" y="3749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Jiya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712464" y="4114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77256" y="278892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77256" y="2788920"/>
            <a:ext cx="1600200" cy="54864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11596" y="2926080"/>
            <a:ext cx="731520" cy="731520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1596" y="29443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5477256" y="3749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Ritiksha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77256" y="4114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42048" y="2788920"/>
            <a:ext cx="1600200" cy="1783080"/>
          </a:xfrm>
          <a:prstGeom prst="roundRect">
            <a:avLst>
              <a:gd name="adj" fmla="val 4571"/>
            </a:avLst>
          </a:prstGeom>
          <a:solidFill>
            <a:srgbClr val="132845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42048" y="2788920"/>
            <a:ext cx="160020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76388" y="2926080"/>
            <a:ext cx="731520" cy="7315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76388" y="29443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242048" y="3749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Prachi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242048" y="4114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1565C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Frontend  •  Port 8501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636776"/>
            <a:ext cx="457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6A1B9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928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Backend API  •  Port 5000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596896"/>
            <a:ext cx="457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00695C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AI  •  Real Responses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557016"/>
            <a:ext cx="4572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B71C1C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1304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422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 •  History &amp; Feedback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868680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1328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960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14356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746504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1328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8379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23134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624328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1328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7157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31912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502152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1328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593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3760" y="4069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4379976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1328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471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658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Directory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1328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github.com/Samiksha-n/rag-for-educational-systems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rag-for-educational-systems/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6367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63677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9751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9751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backend + Gemini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313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3134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test_api.py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651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tests (14 passed)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9900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9900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services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328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3284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dependencies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6667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667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API documentation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005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0050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343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343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folder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681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6817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slides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73152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097280"/>
            <a:ext cx="3657600" cy="36576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for Educational Systems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 •  Flask  •  Streamlit  •  Google Gemini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10  •  u2u Internship Program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2026-07-11T14:47:20Z</dcterms:created>
  <dcterms:modified xsi:type="dcterms:W3CDTF">2026-07-11T14:47:20Z</dcterms:modified>
</cp:coreProperties>
</file>